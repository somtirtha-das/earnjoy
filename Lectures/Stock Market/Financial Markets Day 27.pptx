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337" y="1783258"/>
            <a:ext cx="2219325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95400" y="2440483"/>
            <a:ext cx="9601200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Outfit"/>
              </a:rPr>
              <a:t>Commodity &amp; </a:t>
            </a:r>
            <a:r>
              <a:rPr b="1" sz="5400" i="0" u="none">
                <a:solidFill>
                  <a:srgbClr val="10B981"/>
                </a:solidFill>
                <a:latin typeface="Outfit"/>
              </a:rPr>
              <a:t>Currency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4139505"/>
            <a:ext cx="914400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94A3B8"/>
                </a:solidFill>
                <a:latin typeface="Inter Medium"/>
              </a:rPr>
              <a:t>Beyond stocks: Trading the physical building blocks of global trade, precious metals, and forex dynamics.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262" y="1883271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44303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428750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Gold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is universally revered as the supreme safe-haven asset and an ultimate hedge against geopolitical crisis and currency inflation.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67607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Inflation Shield: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When fiat currencies lose purchasing power, institutional investors rush into gold bullion.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01690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MCX Trading: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Traded heavily on commodity exchanges like MCX in India through futures and mini-contracts.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35773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Inverse USD Correlation: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Gold prices typically move inversely to the US Dollar and US Treasury bond yields.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063353"/>
            <a:ext cx="5248275" cy="3771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Ultimate Safe Haven: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Gold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86657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20740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254823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1714500"/>
            <a:ext cx="4286250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883568"/>
            <a:ext cx="55506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More Than Just Jewelry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359818"/>
            <a:ext cx="528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Silver behaves both as a precious monetary metal and a critical industrial raw material.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862" y="1828800"/>
            <a:ext cx="4057650" cy="405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7025" y="3363515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Green Energy Demand: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Essential for solar panels, electric vehicles, electronics, and medical equipment.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4597598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Higher Volatility: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Often nicknamed "poor man's gold," silver experiences sharper price swings than gold during market trends.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Industrial Precious Metal: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Silver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3382565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4616648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15838"/>
            <a:ext cx="5550693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Global Energy Backbone:</a:t>
            </a:r>
            <a:r>
              <a:t>
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Crude Oil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516088"/>
            <a:ext cx="528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Crude Oil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is the world's most heavily traded and geopolitically sensitive commodity.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519785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OPEC &amp; Supply Control: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Major cartel decisions dictate global production quotas, directly swaying energy prices.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858642"/>
            <a:ext cx="5286375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Inflation Driver: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Because oil powers global transport and manufacturing, spiking crude prices instantly trigger economy-wide inflation and pressure equity markets.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85367"/>
            <a:ext cx="5334000" cy="374451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85367"/>
            <a:ext cx="5334000" cy="37445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81025" y="3829050"/>
            <a:ext cx="531495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2025" y="2375892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Understanding Forex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852142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The USD-INR pair represents how many Indian Rupees (INR) are required to purchase one US Dollar (USD).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191000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Import Impact: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A rising dollar makes crude oil and electronics imports expensive for India, increasing trade deficits.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6025" y="3829050"/>
            <a:ext cx="5314950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7025" y="2375892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0B981"/>
                </a:solidFill>
                <a:latin typeface="Outfit"/>
              </a:rPr>
              <a:t>RBI Intervention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852142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The Reserve Bank of India actively intervenes in the forex spot and derivatives market to curb extreme currency volatility.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4191000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Traders can speculate or hedge currency risk on NSE and BSE currency derivatives segments using lot sizes.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Forex Benchmark: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USD-INR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3496"/>
            <a:ext cx="1104900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10B981"/>
                </a:solidFill>
                <a:latin typeface="Outfit"/>
              </a:rPr>
              <a:t>Great Job on Day 27!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24025"/>
            <a:ext cx="11049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F8FAFC"/>
                </a:solidFill>
                <a:latin typeface="Inter"/>
              </a:rPr>
              <a:t>You have completed Day 27 - Commodity &amp; Currency Market.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2085"/>
            <a:ext cx="11049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10B981"/>
                </a:solidFill>
                <a:latin typeface="Inter"/>
              </a:rPr>
              <a:t>Stay disciplined, master your risk, and trade wisely!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0487" y="3508771"/>
            <a:ext cx="20859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/YourFinanceProfessor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4162" y="3508771"/>
            <a:ext cx="19716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@FinanceProf_Official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162" y="3527821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462" y="3527821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29284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07761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86238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0680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0680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6376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6376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42269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2435721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http://googleusercontent.com/image_collection/image_retrieval/3971993522211514404_0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2681436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27040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3220491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http://googleusercontent.com/image_collection/image_retrieval/7786101142146908958_0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346620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11810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400526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http://googleusercontent.com/image_collection/image_retrieval/16814746630734311173_0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425097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96581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479003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http://googleusercontent.com/image_collection/image_retrieval/6355875964937460983_0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503574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2487066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46992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4604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4604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42451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2451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35609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6875" y="2629941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https://img.magnific.com/premium-photo/gold-bar-9999-black-background-forex-trading-popular-investment-investors_926199-4371296.jpg?semt=ais_test_b&amp;w=740&amp;q=80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307374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www.magnific.com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19351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66875" y="361280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https://i.ebayimg.com/images/g/3r4AAeSw-zVqeyEw/s-l1200.jpg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385851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www.ebay.com.au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03241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66875" y="4397573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https://static.vecteezy.com/system/resources/thumbnails/078/564/312/small_2x/3d-render-global-energy-crisis-oil-shock-concept-black-barrels-red-glowing-market-graph-price-volatility-symbolizes-war-impact-economic-recession-fuel-shortage-high-detail-cinematic-lighting-video.jpg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484137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