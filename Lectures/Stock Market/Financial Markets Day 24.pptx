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12" y="2160389"/>
            <a:ext cx="22383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0588" y="2817614"/>
            <a:ext cx="6590823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Technical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Mathematical compasses for traders: Unveiling trends, momentum, and market volatility.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37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Moving Average (MA) filters out short-term price "noise" to reveal the true underlying trend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08349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Simple Moving Average (SMA):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Gives equal weight to all past prices over a specified period (e.g., 50-day or 200-day).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2432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Exponential Moving Average (EMA):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Gives higher weight to recent prices, making it react faster to new momentum shifts.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7651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Golden &amp; Death Crosses: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the 50-day MA crosses above or below the 200-day MA, massive macro trends trigger.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Smoothing the Noise: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Moving Averages (SMA &amp; EMA)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27399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148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9556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876722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Overbought &amp; Oversold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RSI is a momentum oscillator that measures the speed and change of price movements on a scale from 0 to 100.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991022"/>
            <a:ext cx="405765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243857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Overbought (&gt; 70):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asset has risen too fast; a pullback or correction could be imminent.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142779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Oversold (&lt; 30):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asset has been aggressively sold off; a bounce or reversal might be near.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5376862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Bullish / Bearish Divergences: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price makes new highs but RSI makes lower highs, a powerful trend reversal warning flashes.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Measuring Momentum: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Relative Strength Index (RSI)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26290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16182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39591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Trend Meets Momentum: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MACD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6275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MACD (Moving Average Convergence Divergence)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a trend-following momentum indicator that shows the relationship between two moving averages.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Signal Line Crossover: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the MACD line crosses above the signal line, it generates a bullish buy signal. Crossing below generates a bearish sell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075634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Histogram: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Visualizes the distance between the two lines, signaling accelerating or decelerating market momentum instantly!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The Upper &amp; Lower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Developed by John Bollinger, this indicator consists of a middle SMA line with an upper and lower band set standard deviations apart.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When markets become wild and volatile, the bands widen. When markets go quiet, the bands contract into a tight "squeeze".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The Squeeze Breakout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Bollinger Band Squeeze is a classic trader's alert.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855839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When the bands squeeze tightly together, it proves volatility is at a minimum. Whichever direction price aggressively breaks out of the bands usually initiates a strong trend move!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Tracking Volatility: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Bollinger Bands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1188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Volume Weighted Average Price (VWAP)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represents the true average price a stock has traded at throughout the day, weighted by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Institutional Favorite: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Large mutual funds and institutional desks use VWAP to execute massive orders without moving the market price against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36851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Intraday Bias: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If price is trading above VWAP, buyers are in control (Bullish). If price is below VWAP, sellers dominate (Bearish).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093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Dynamic Support/Resistance: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VWAP often acts as an invisible magnet or bounce level during intraday trading.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3093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Institutional Benchmark: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VWAP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590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8998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24!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25 - Risk Management &amp; Stop Loss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19372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765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6135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67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67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951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951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7366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7366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33660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https://elements-resized.envatousercontent.com/elements-video-cover-images/7daed885-08fc-4dda-8e38-f70e324eae56/video_preview/video_preview_0002.jpg?w=500&amp;cf_fit=cover&amp;q=85&amp;format=auto&amp;s=267c59c88f2603eee6d484ebd9bdb82d7884797303f4b5129eb2b2a64e7f7284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7804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2601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3194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https://lookaside.fbsbx.com/lookaside/crawler/media/?media_id=1027662409775430&amp;get_thumbnail=1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5651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0781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1042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https://static.vecteezy.com/system/resources/thumbnails/082/455/513/small_2x/a-graph-showing-the-number-of-people-who-have-been-vaccinated-video.jpg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3499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9555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8900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https://lookaside.fbsbx.com/lookaside/crawler/media/?media_id=1922043021802975&amp;get_thumbnail=1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13471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