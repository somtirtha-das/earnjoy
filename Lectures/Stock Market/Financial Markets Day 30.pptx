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62" y="1783258"/>
            <a:ext cx="22764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440483"/>
            <a:ext cx="960120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Complete Stock Market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13950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Synthesizing 30 days of mastery: Checklists, avoiding traps, scam awareness, psychology, and your lifelong financial roadmap.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7" y="188327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493764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Before purchasing any stock for your long-term portfolio, run it through this rigorous 4-step fundamental checklist: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Business Moat: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Does the company possess a durable competitive advantage, brand power, or network effect?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Financial Health: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Are revenues growing consistently with strong ROCE (&gt;15%) and manageable debt-to-equity?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5773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Management Integrity: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Check annual reports for auditor clarity, clean governance, and skin-in-the-game promoter holding.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69856"/>
            <a:ext cx="4943475" cy="3881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Margin of Safety: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the stock trading at a fair price relative to its intrinsic value? Never overpay!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512814"/>
            <a:ext cx="5248275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Long-Term Blueprint: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Investing Checklist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4823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88906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76926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Discipline Before Every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24551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Trading is a high-performance sport. Never click buy or sell without verifying these prerequisites: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249215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Trend Alignment: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Are you trading in the direction of the macro trend or fighting the tape?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148137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Risk-Reward Ratio: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your potential reward at least 2x to 3x your pre-defined risk?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5047059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Stop Loss Placement: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Do you know your exact exit point before entering the trade?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Active Execution: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Trading Checklist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26826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16718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5066109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99739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Traps to Avoid: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Common Mistakes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28489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Most beginners fail not because they lack intelligence, but because they fall into predictable behavioral traps: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6734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Revenge Trading: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Trying to instantly win back losses after a bad trade leads to emotional disaster and account wipeouts.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406205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Over-Leveraging: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Misusing derivative margins without proper risk controls turns minor market pullbacks into catastrophic margin calls.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45063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FOMO Buying: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Chasing parabolic green candles at the absolute top of a hype 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0206"/>
            <a:ext cx="5334000" cy="4414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50206"/>
            <a:ext cx="5334000" cy="44148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04073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Social Media Tipsters &amp; Pumps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16981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Beware of anonymous influencers or Telegram/WhatsApp groups promising guaranteed multi-baggers or daily stock tips.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855839"/>
            <a:ext cx="4552950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Pump-and-Dump Schemes: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Unscrupulous operators buy micro-cap stocks quietly, hype them to retail beginners, and dump their shares on you, leaving you with massive losses.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04073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Guaranteed Returns Fraud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516981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In the financial markets,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high returns always carry high risk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 Anyone offering guaranteed fixed returns (e.g., 20% a month) is running an illegal Ponzi scheme.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19100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Always trade and invest through SEBI-registered brokers and trusted institutional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Protecting Your Capital: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Scam Awareness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71598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Mastering Fear &amp; Greed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19223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Your worst enemy in the stock market is staring back at you in the mirror every morning.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195935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Systematic Execution: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Stick to your rules regardless of whether you feel euphoric or terrified.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430017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Trading Journal: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Documenting your emotional state, entry logic, and mistakes after every session is the secret weapon of professional market wizards.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Inner Game: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Trading Psychology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21498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44906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Continuous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Markets evolve constantly across economic cycles, technological disruptions, and regulatory shifts.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023419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Read foundational finance literature, analyze historical crashes, and treat every loss as an expensive tuition fee in your masterclass of life.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Building Multi-Generational Wealth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Combine long-term compounding, disciplined asset allocation, and patient investing to secure absolute financial freedom.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023419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Stay humble, manage your risk like a fortress, and invest wisely!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Journey Ahead: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Lifetime Learning 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01057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Grand Finale Completed!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You have successfully completed the entire 30-Day Stock Market Masterclass Series.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89646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Thank you for learning with us! Stay disciplined, master your risk, and build your wealth!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996332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996332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4015382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4015382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851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99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458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82803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http://googleusercontent.com/image_collection/image_retrieval/18159126325063565877_0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19351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6128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http://googleusercontent.com/image_collection/image_retrieval/17103086535312816795_0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8585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04121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975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http://googleusercontent.com/image_collection/image_retrieval/13353150421857222870_0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6432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6851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4699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3458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282803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https://lookaside.fbsbx.com/lookaside/crawler/media/?media_id=1704324281382071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19351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36128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https://lookaside.fbsbx.com/lookaside/crawler/media/?media_id=1620418150129589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38585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www.facebook.com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04121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43975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https://www.lemon8-app.com/seo/image?item_id=7446237643412619822&amp;index=1&amp;sign=cfdf174e4be06e8954b1031b94aaab01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46432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www.lemon8-app.com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