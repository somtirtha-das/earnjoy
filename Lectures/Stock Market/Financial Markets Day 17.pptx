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783258"/>
            <a:ext cx="219075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5400" y="2440483"/>
            <a:ext cx="9601200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The Pursuit of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Growth Investing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413950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Chasing tomorrow's giants: Investing in hyper-growth, innovation, and expanding markets.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550" y="188327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211883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Growth investing focuses on companies whose earnings, revenue, and cash flows are expected to grow at an above-average rate compared to the broader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2768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Reinvesting for Expansion: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Instead of paying out large dividends, these companies plow profits directly back into R&amp;D and market capture.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36851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High Valuations: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Investors willingly pay a high PE ratio today because they anticipate astronomical earnings tomorrow.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0934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Sectors: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Dominated by tech disruptors, biotech pioneers, renewable energy, and fintech innovators.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230933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Riding the Rocket: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High Growth Companies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21818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55901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89984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Infinite Scale: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Scalability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062757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The true superpower of a world-class growth company is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scalability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—the ability to grow revenues exponentially while costs increase only linearly.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01615"/>
            <a:ext cx="52863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Software vs. Manufacturing: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Building physical cars requires a new factory for every 100,000 units. Adding 100,000 users to a cloud software app costs practically nothing in marginal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075634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Network Effects: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Look for businesses where every new user makes the entire network more valuable for everyone else.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3768923"/>
            <a:ext cx="2680245" cy="638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4125" y="2296715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Is a High PE Actually Cheap?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772965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 PE of 60 sounds insanely expensive until you realize the company is growing its earnings at 60% a year! Enter the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PEG Ratio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4270027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Golden Rule: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 PEG ratio of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1.0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suggests the stock is fairly valued relative to its growth. A PEG under 1.0 indicates a potential high-growth bargain!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862" y="1828800"/>
            <a:ext cx="4057650" cy="405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983682"/>
            <a:ext cx="2184945" cy="2863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Adjusting for Growth: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The PEG Ratio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Great Job on Day 17!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Tomorrow: Day 18 - Dividend Investing &amp; Passive Income Strategies.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3508771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3508771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352782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3527821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487066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469927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4432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4432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35609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629941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https://img.magnific.com/premium-photo/futuristic-digital-rocket-ship-launches-illustrating-business-growth-investment-success-concepts_1280710-9827.jpg?semt=ais_test_b&amp;w=740&amp;q=80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07374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18470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612802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https://elements-resized.envatousercontent.com/elements-video-cover-images/e966f149-7b8f-472c-be0a-f69ad404dc4e/video_preview/video_preview_0000.jpg?w=500&amp;cf_fit=cover&amp;q=85&amp;format=auto&amp;s=d515e121db79b71d5f437d647ca400113aaba86488fb528e42f10861dba22e9d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405660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elements.envato.com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02212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59566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https://media.easy-peasy.ai/f1a98533-750a-404d-826a-5940e5c09b1b/b6b5e982-4318-4169-9300-3e9fd18e4c5c.png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84137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easy-peasy.ai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