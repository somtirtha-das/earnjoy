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5" y="2160389"/>
            <a:ext cx="22288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5408" y="2817614"/>
            <a:ext cx="9461182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Outfit"/>
              </a:rPr>
              <a:t>Mastering </a:t>
            </a:r>
            <a:r>
              <a:rPr b="1" sz="5400" i="0" u="none">
                <a:solidFill>
                  <a:srgbClr val="10B981"/>
                </a:solidFill>
                <a:latin typeface="Outfit"/>
              </a:rP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94A3B8"/>
                </a:solidFill>
                <a:latin typeface="Inter Medium"/>
              </a:rPr>
              <a:t>The ultimate survival shield: Position sizing, stop losses, and psychological mastery in the markets.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504652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Position sizing is the calculation of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how much capital to risk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on a single trade, independent of your stock choice.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510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1% Rule: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Professional traders never risk more than 1% to 2% of their total trading portfolio on any single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77592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Capital Preservation: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Even if you suffer a 10-trade losing streak, your account remains virtually intact to fight another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11675"/>
            <a:ext cx="49434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Bet Sizing: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Higher volatility stocks require smaller position sizes to keep total dollar risk constant.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Foundation: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Position Sizing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6256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9664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072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715988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Accepting Defeat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192238"/>
            <a:ext cx="52863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 stop loss is a pre-determined exit order that automatically cuts your losses when a trade moves against your thesis.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405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7025" y="3531096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Removing Emotion: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By pre-defining your exit, you prevent panic-driven hope and emotional paralysis.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4765178"/>
            <a:ext cx="49434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Technical Placement: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Always place stop losses below logical support or structural chart levels, never based on random dollar amounts.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Safety Net: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Stop Loss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3550146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784228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89424"/>
            <a:ext cx="2747664" cy="619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Asymmetric Math:</a:t>
            </a:r>
            <a:r>
              <a:t>
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Risk Reward Ratio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828627"/>
            <a:ext cx="52863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The </a:t>
            </a:r>
            <a:r>
              <a:rPr b="1" sz="1650" i="0" u="none">
                <a:solidFill>
                  <a:srgbClr val="CBD5E1"/>
                </a:solidFill>
                <a:latin typeface="Inter"/>
              </a:rPr>
              <a:t>Risk-Reward Ratio (RRR)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compares the potential profit of a trade against its potential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974603"/>
            <a:ext cx="5286375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The 1:2 or 1:3 Rule: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If you risk ₹1,000, your target profit must be at least ₹2,000 to ₹3,000. With a 1:2 ratio, you can be wrong 50% of the time and still make consistent profits!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690937"/>
            <a:ext cx="2252364" cy="2836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1025" y="3829050"/>
            <a:ext cx="53149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59E0B"/>
                </a:solidFill>
                <a:latin typeface="Outfit"/>
              </a:rPr>
              <a:t>Fear &amp; Greed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Markets are driven by human emotion. Fear makes you exit winning trades too early, while greed makes you hold losing trades hoping for a miracle.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Revenge Trading: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Trying to instantly win back losses after a bad trade is the #1 account killer for beginners.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6025" y="3829050"/>
            <a:ext cx="53149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Outfit"/>
              </a:rPr>
              <a:t>Discipline &amp;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Professional traders treat trading like a boring business, not a casino.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688258"/>
            <a:ext cx="45529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CBD5E1"/>
                </a:solidFill>
                <a:latin typeface="Inter"/>
              </a:rPr>
              <a:t>Journaling:</a:t>
            </a:r>
            <a:r>
              <a:rPr b="0" sz="1650" i="0" u="none">
                <a:solidFill>
                  <a:srgbClr val="CBD5E1"/>
                </a:solidFill>
                <a:latin typeface="Inter"/>
              </a:rPr>
              <a:t> Documenting every trade, emotional state, and rule deviation is the only way to build lifelong market mastery.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The Inner Battle: </a:t>
            </a:r>
            <a:r>
              <a:rPr b="1" sz="3600" i="0" u="none">
                <a:solidFill>
                  <a:srgbClr val="F59E0B"/>
                </a:solidFill>
                <a:latin typeface="Outfit"/>
              </a:rPr>
              <a:t>Trading Psychology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10B981"/>
                </a:solidFill>
                <a:latin typeface="Outfit"/>
              </a:rPr>
              <a:t>Great Job on Day 25!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8FAFC"/>
                </a:solidFill>
                <a:latin typeface="Inter"/>
              </a:rPr>
              <a:t>You have completed Day 25 - Risk Management &amp; Trading Psychology.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10B981"/>
                </a:solidFill>
                <a:latin typeface="Inter"/>
              </a:rPr>
              <a:t>Stay disciplined, protect your capital, and invest wisely!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487" y="3508771"/>
            <a:ext cx="2085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/YourFinanceProfessor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4162" y="3508771"/>
            <a:ext cx="19716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 @FinanceProf_Official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527821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2" y="3527821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8515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4699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460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2451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458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2803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http://googleusercontent.com/image_collection/image_retrieval/6269302494552419471_0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7374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19351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6128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http://googleusercontent.com/image_collection/image_retrieval/4937959821528719309_0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585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0412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975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http://googleusercontent.com/image_collection/image_retrieval/663298148922784235_0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432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Google Image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58618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56904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5595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5595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3442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3442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34729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6875" y="272906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https://www.wantmattress.com/cdn-cgi/image/format=webp,fit=cover,width=600,height=450/assets/product_images/Media_Glow_Ottoman_TV_Bed_Frame_With_Sound_Activated_Lighting.jpg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17286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www.wantmattress.com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18470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6875" y="371192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https://pbcdn1.podbean.com/imglogo/image-logo/1125335/Cover_Image_202582hr0.jpg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95763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podcast.masteringportraitphotography.com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3241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6875" y="449669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https://www.projectorscreen.com/cdn/shop/articles/PSCO-Blog-Cover-XGIMI-Titan-R0_copy.jpg?v=1774450911&amp;width=3000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474240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www.projectorscreen.com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