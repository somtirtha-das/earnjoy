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2160389"/>
            <a:ext cx="22098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5468" y="2817614"/>
            <a:ext cx="8501062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The Art of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Value Investing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Buying dollar bills for fifty cents: The philosophy of legendary wealth builders.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025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Benjamin Graham is universally recognized as the father of value investing and the mentor to Warren Buffett.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Intelligent Investor: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His foundational books changed Wall Street forever by separating speculation from true investing.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1690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Mr. Market Metaphor: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Graham taught that the market is a manic-depressive partner who offers you daily prices that you can either accept or ignore.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0934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Core Doctrine: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Always demand a gap between price and value.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49815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Godfather: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Benjamin Graham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07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8998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Oracle: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Warren Buffett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6275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Warren Buffett took Graham's principles and evolved them by combining deep quantitative analysis with high-quality business moats.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Wonderful Companies at Fair Prices: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Buffett famously noted that it's far better to buy a wonderful business at a fair price than a fair business at a wonderful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075634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Long-Term Horizon: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"Our favorite holding period is forever." Patience is the ultimate competitive advantage for the retail investor.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83386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428750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Never Pay Full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905000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Margin of Safety is the difference between a stock's estimated intrinsic value and its market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5712023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It turns a risky gamble into a sound, calculated investment.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948160"/>
            <a:ext cx="4057650" cy="405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7025" y="2908696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Human Fallibility: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We cannot predict the future with 100% certainty. Our financial models can be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4142779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Buffer: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By buying only when a stock is trading at a 30-40% discount to its true value, you protect yourself against mistakes, bad luck, or sudden recessions.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Ultimate Shield: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Margin of Safety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927746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161829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Price vs.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As Warren Buffett famously said: </a:t>
            </a:r>
            <a:r>
              <a:rPr b="0" sz="1650" i="1" u="none">
                <a:solidFill>
                  <a:srgbClr val="CBD5E1"/>
                </a:solidFill>
                <a:latin typeface="Inter"/>
              </a:rPr>
              <a:t>"Price is what you pay. Value is what you get."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688258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market price of a stock changes every second based on human emotion, fear, and hype. Intrinsic value, however, is a hard economic reality.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How to Calculate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Intrinsic value is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present value of all future cash flows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that a business will generate throughout its entire lifetime, discounted back to today's money.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35858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Mastering this calculation allows you to spot when the crowd is panicking and selling high-quality assets for pennies on the dollar.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True Worth: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Intrinsic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16!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Tomorrow: Day 17 - Advanced Valuation &amp; Discounted Cash Flow (DCF).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http://googleusercontent.com/image_collection/image_retrieval/15044146891195529318_0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http://googleusercontent.com/image_collection/image_retrieval/14505816453456589617_0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https://lookaside.fbsbx.com/lookaside/crawler/media/?media_id=1546624646832421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https://media.ixbt.games/1368x576/smart/ixbt-data/781370/01K8X8H6CRXV1B8137Z1D9B34T.jpg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ixbt.games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