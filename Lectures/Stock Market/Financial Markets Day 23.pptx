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575" y="2160389"/>
            <a:ext cx="2228850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05563" y="2817614"/>
            <a:ext cx="6980872" cy="754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Outfit"/>
              </a:rPr>
              <a:t>Support &amp; </a:t>
            </a:r>
            <a:r>
              <a:rPr b="1" sz="5400" i="0" u="none">
                <a:solidFill>
                  <a:srgbClr val="10B981"/>
                </a:solidFill>
                <a:latin typeface="Outfit"/>
              </a:rPr>
              <a:t>Resistance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3762375"/>
            <a:ext cx="914400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94A3B8"/>
                </a:solidFill>
                <a:latin typeface="Inter Medium"/>
              </a:rPr>
              <a:t>Finding the invisible battlegrounds where market buyers and sellers clash for dominance.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226040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44303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28750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Support is a price level where a downtrend is expected to pause due to a concentration of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buying interest (demand)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67607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Floor: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As prices fall toward support, buyers step in because they perceive the asset as a bargain.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01690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Market Memory: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Previous swing lows often act as strong support because traders remember prices bouncing there before.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5773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Actionable Signal: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Traders often look to buy near support levels while placing stop losses just below them.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063353"/>
            <a:ext cx="5248275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Psychological Floor: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Demand (Support)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8665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20740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54823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876722"/>
            <a:ext cx="42862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428750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Hitting the Ceiling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1905000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Resistance is a price level where an uptrend is expected to stall due to a concentration of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selling pressure (supply)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2" y="1991022"/>
            <a:ext cx="4057650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7025" y="3243857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Profit Booking: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Investors who bought lower rush to sell and take profits when prices reach previous peaks.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4477940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Trapped Buyers: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Traders who bought at the previous top are eager to exit at break-even when prices return.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5712023"/>
            <a:ext cx="49434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Actionable Signal: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Often used as a natural target to book profits or initiate short positions.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Psychological Ceiling: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Supply (Resistance)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262907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4496990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5731073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32159"/>
            <a:ext cx="5550693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Connecting Pivots:</a:t>
            </a:r>
            <a:r>
              <a:t>
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Trendlines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560909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 trendline is a dynamic, sloping line drawn across pivot highs (resistance) or pivot lows (support) to visually track market momentum.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899767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Uptrend Lines: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Formed by connecting consecutive higher lows. Acts as a moving floor where buyers consistently step 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238625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Downtrend Lines: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Formed by connecting lower highs. Acts as a moving ceiling capping price recoveries.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577482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Rule of Thumb: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The more times a trendline is tested and holds, the more significant the eventual breakout becomes!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7786"/>
            <a:ext cx="5334000" cy="40796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17786"/>
            <a:ext cx="5334000" cy="407967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1025" y="3829050"/>
            <a:ext cx="53149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025" y="2208311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Breaking Resistance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684561"/>
            <a:ext cx="455295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 breakout occurs when price forcefully pushes above a major resistance level or below a support level, accompanied by high trading volume.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358580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Psychology: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Sellers who trapped the price give up, and FOMO buyers rush in, fueling rapid directional momentum.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6025" y="3829050"/>
            <a:ext cx="531495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7025" y="2208311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0B981"/>
                </a:solidFill>
                <a:latin typeface="Outfit"/>
              </a:rPr>
              <a:t>The Retest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684561"/>
            <a:ext cx="4552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Amateurs jump in instantly on every breakout. Professionals wait for the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retest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3688258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Once broken, old resistance magically turns into new support! Watching price bounce off this former ceiling confirms a valid breakout.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Escaping the Range: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The Breakout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10B981"/>
                </a:solidFill>
                <a:latin typeface="Outfit"/>
              </a:rPr>
              <a:t>Great Job on Day 23!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F8FAFC"/>
                </a:solidFill>
                <a:latin typeface="Inter"/>
              </a:rPr>
              <a:t>Tomorrow: Day 24 - Moving Averages &amp; Technical Indicators.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10B981"/>
                </a:solidFill>
                <a:latin typeface="Inter"/>
              </a:rPr>
              <a:t>Don't forget to Like, Share, and Subscribe!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0487" y="3508771"/>
            <a:ext cx="2085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/YourFinanceProfessor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4162" y="3508771"/>
            <a:ext cx="19716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@FinanceProf_Official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162" y="3527821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462" y="3527821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68515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46992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460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460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2451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2451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3458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282803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https://lookaside.fbsbx.com/lookaside/crawler/media/?media_id=1474436988054834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307374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www.facebook.com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19351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361280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https://lookaside.fbsbx.com/lookaside/crawler/media/?media_id=1492198222266742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385851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www.facebook.com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04121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439757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https://videocdn.cdnpk.net/videos/73865ebe-6013-5617-9151-abd23b08eddd/horizontal/thumbnails/large.jpg?semt=ais_hybrid&amp;item_id=6547474&amp;w=740&amp;q=80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464328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