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1981348"/>
            <a:ext cx="22098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85686" y="2638573"/>
            <a:ext cx="5020627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The Settlement</a:t>
            </a:r>
            <a:r>
              <a:t>
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0275" y="4337595"/>
            <a:ext cx="77914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 Medium"/>
              </a:rPr>
              <a:t>Behind the scenes: What happens after you click "Buy" or "Sell"?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755" y="208136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5286375" cy="2819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028950"/>
            <a:ext cx="4505325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  <a:defRPr/>
            </a:pPr>
            <a:r>
              <a:rPr sz="9750" b="1" i="0" u="none">
                <a:solidFill>
                  <a:srgbClr val="10B981"/>
                </a:solidFill>
                <a:latin typeface="Outfit"/>
              </a:rPr>
              <a:t>T+1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362450"/>
            <a:ext cx="45053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Inter SemiBold"/>
              </a:rPr>
              <a:t>TRADE + 1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1874043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The Speed of Modern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35029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When you buy a stock on Monday (T Day), you do not actually own it that exact second. The exchange takes time to process the trade.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3689151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India is one of the first major global economies to shift entirely to a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T+1 settlement cycle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4692848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What it means: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If you buy on Monday (T), the shares will officially hit your Demat account, and the money will leave your bank, by Tuesday (T+1).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T+1</a:t>
            </a:r>
            <a:r>
              <a:rPr sz="3600" b="1" i="0" u="none">
                <a:solidFill>
                  <a:srgbClr val="F8FAFC"/>
                </a:solidFill>
                <a:latin typeface="Outfit"/>
              </a:rPr>
              <a:t> Settlement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Delivery trading, often marked as CNC (Cash n Carry) on your broker app, is the classic method of investing.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Full Payment: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must have 100% of the cash in your trading account to buy the shares. No borrowing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7592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True Ownership: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After T+1, these shares are delivered to your Demat account. You are now an official shareholder.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11675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Holding Period: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can hold them for 2 days, 2 years, or 20 years. There is zero pressure to sell.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Holding Real Assets: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Delivery (CNC)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6256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664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0725"/>
            <a:ext cx="190500" cy="200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871007-93E8-2BB0-4BFB-76A9C379D3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971675"/>
            <a:ext cx="524827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Adrenaline Rush: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Intraday (MIS)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62757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Intraday (Margin Intraday Square-off) is pure trading, not investing. You buy and sell the stock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on the exact same day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No Delivery: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Because you close the position before 3:20 PM, the shares never actually reach your Demat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40473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Leverage (Margin):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Brokers often give you 5x leverage. With ₹10,000, you can buy ₹50,000 worth of shares. It multiplies your profits, but also dramatically multiplies your losses.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538882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What happens when you default?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15132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Imagine you sell a stock from your Demat account, but due to a glitch or a short-selling error, you fail to deliver the actual shares on T+1 day. This is called a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Short Delivery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689151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exchange steps in to protect the buyer. They conduct a special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Auction Market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session to forcefully buy those missing shares for the buyer.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5028009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Catch: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(the defaulter) have to pay for the auction price, plus heavy penalty fees. Never sell shares you don't actually hold!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Penalty Zone: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Auction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1574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Corporate actions are events initiated by a public company that bring material change to its stock and its shareholders.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99534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1" u="none">
                <a:solidFill>
                  <a:srgbClr val="94A3B8"/>
                </a:solidFill>
                <a:latin typeface="Inter"/>
              </a:rPr>
              <a:t>Note: All of these actions are adjusted in your Demat automatically based on the 'Record Date'.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7607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Dividends: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 portion of company profits distributed directly to your bank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6529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Stock Splits: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Dividing existing shares into multiple ones (e.g., 1 share of ₹100 becomes 10 shares of ₹10) to increase liquidity.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00612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Bonus Issues: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Free additional shares given to existing shareholders out of company reserves.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134790"/>
            <a:ext cx="5248275" cy="377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Rewards &amp; Adjustments: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Corporate Actions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8557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1966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10!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 </a:t>
            </a:r>
            <a:r>
              <a:rPr lang="en-US" sz="2400" dirty="0">
                <a:solidFill>
                  <a:srgbClr val="F8FAFC"/>
                </a:solidFill>
                <a:latin typeface="Inter"/>
              </a:rPr>
              <a:t>Financial Statements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B0449-E298-849E-ACBD-EB4C26E343AE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77921074-5D57-B992-E47B-30BF2DB15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555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Inter</vt:lpstr>
      <vt:lpstr>Inter Medium</vt:lpstr>
      <vt:lpstr>Inter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4</cp:revision>
  <dcterms:created xsi:type="dcterms:W3CDTF">2013-01-27T09:14:16Z</dcterms:created>
  <dcterms:modified xsi:type="dcterms:W3CDTF">2026-08-19T09:29:09Z</dcterms:modified>
  <cp:category/>
</cp:coreProperties>
</file>