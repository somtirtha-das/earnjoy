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75" y="2160389"/>
            <a:ext cx="222885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25616" y="2817614"/>
            <a:ext cx="6140767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Candlestick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Decoding price action: Reading the emotional battleground of buyers and sellers through charts.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91022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Every single Japanese candlestick tells a complete story of price movement over a specific timeframe (e.g., 1 day or 1 hour) through four key data points: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Open (O):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price when the candle period begins.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66529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High (H):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absolute highest price reached during the period (the top wick).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65451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Low (L):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absolute lowest price reached during the period (the bottom wick).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64373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Close (C):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final price when the candle period ends.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10072"/>
            <a:ext cx="5248275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Four Pillars: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OHLC Anatomy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85579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84501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83423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601688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Green Means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077938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Bullish (Green) candle forms when 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Closing price is higher than the Opening price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081635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Story: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Bulls (buyers) entered the market aggressively, pushing prices up from the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98055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Body &amp; Wicks: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solid green block shows the distance between open and close, while wicks show the intra-period tug-of-war.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5214639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Market Sentiment: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Indicates strong buying pressure and upward momentum.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Buyers in Control: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Bullish Candle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10068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99960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5233689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Sellers Take Charge: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Bearish Candle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97918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Bearish (Red) candle forms when 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Closing price is lower than the Opening price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Story: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Bears (sellers) took control right from the opening bell or overwhelmed buyers later in the session, dragging prices downward.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40473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Market Sentiment: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Indicates profit-booking, selling pressure, and reigning market fear. Essential for timing short trades or exits!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Open Equals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Doji forms when a stock's Open and Close prices are virtually identical, resulting in a microscopic body with long upper and lower wicks.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35858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Total Indecision: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Neither buyers nor sellers could secure a victory during the entire session, creating a market stalemate.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Reversal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When a Doji appears after a prolonged uptrend or downtrend, it often signals that the prevailing momentum is exhausted.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023419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Pro Tip: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Never trade a Doji in isolation. Always wait for confirmation from the next candle before changing your bias!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Standstill: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Doji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715988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Smashing the Downtrend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192238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Hammer is a powerful bullish reversal pattern that appears at the bottom of a downtrend.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195935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Anatomy: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 small real body at the top with a long lower wick (at least 2x the body size) and little to no upper wick.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430017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Psychology: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Bears drove prices sharply lower during the session, but massive buying pressure emerged at the lows, forcing prices right back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Bullish Reversal: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Hammer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21498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44906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Shooting Star is a bearish reversal pattern that appears at the top of an uptrend, warning of an impending market 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351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Anatomy: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 small body near the bottom with a long upper wick (at least 2x the body) and little to no lower wick.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77592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Psychology: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Bulls pushed prices aggressively higher at open, but sellers stepped in with heavy force by the close, erasing all gains.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11675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Actionable Signal: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Often prompts swing traders to tighten stop losses or take profits off the table.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Bearish Reversal: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Shooting Star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6256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664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07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22!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Tomorrow: Day 23 - Advanced Chart Patterns &amp; Support/Resistance.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50807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29284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8623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64715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28332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28332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4224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4224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7498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650950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http://googleusercontent.com/image_collection/image_retrieval/5050235065104168957_0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89666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2269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43572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http://googleusercontent.com/image_collection/image_retrieval/2717041197929418598_0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68143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http://googleusercontent.com/image_collection/image_retrieval/9003855101066157209_0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http://googleusercontent.com/image_collection/image_retrieval/7520021742572496352_0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96581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79003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http://googleusercontent.com/image_collection/image_retrieval/17680195942265423387_0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03574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581352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57480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http://googleusercontent.com/image_collection/image_retrieval/8202615952703136574_0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82051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70229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248706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69927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445278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775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775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443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443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52280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52280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51719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184517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https://lookaside.fbsbx.com/lookaside/crawler/media/?media_id=10240021488490881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09088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5609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262994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https://static.vecteezy.com/system/resources/previews/080/322/154/non_2x/green-candlestick-chart-with-trend-lines-and-x-marks-on-dark-background-trading-finance-stock-market-free-vector.jpg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18470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3612802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https://elements-resized.envatousercontent.com/elements-video-cover-images/828747bf-a1f1-47a1-a382-5872cb679c4d/video_preview/video_preview_0001.jpg?w=500&amp;cf_fit=cover&amp;q=85&amp;format=auto&amp;s=955fe5c432599c7912d3d62ad3bcbc496f4b6422841c6fc0bddb0695cfff5fc0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405660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02212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6875" y="459566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https://videocdn.cdnpk.net/videos/ed8f0cb7-f447-51f3-b3fe-b17b00899c09/horizontal/thumbnails/large.jpg?semt=ais_hybrid&amp;item_id=6174911&amp;w=740&amp;q=80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484137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86982"/>
            <a:ext cx="857250" cy="476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66875" y="5380434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https://www.strike.money/wp-content/uploads/2024/08/Banner_-768x482.jpg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562614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www.strike.money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