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12" y="2160389"/>
            <a:ext cx="22383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0440" y="2817614"/>
            <a:ext cx="8951118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Building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Long-Term Wealth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The ultimate financial summit: Financial freedom, the compounding engine, FIRE, and smart tax planning.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37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1188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Financial freedom is not about buying luxury sports cars; it is about having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absolute control over your time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Breaking the Time-Money Trap: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your passive income from investments exceeds your living expenses, you no longer need to trade hours for survival.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36851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F-Number Calculation: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Your target corpus is typically 25x to 30x your annual living expenses (using the famous 4% safe withdrawal rule).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093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Mindset Shift: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Every rupee saved and invested today is an employee working around the clock for your future self.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3093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Ultimate Goal: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Financial Freedom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590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8998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548407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The Snowball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2465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Albert Einstein reportedly called compound interest the eighth wonder of the world. Those who understand it, earn it; those who don't, pay it.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363515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Exponential Growth: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Compounding means earning returns on your initial principal *plus* all accumulated past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597598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Time is Your Greatest Asset: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Starting your investments at age 20 versus age 30 can result in a multi-crore difference due to the steep curve of exponential growth in later decades.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Eighth Wonder: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Compounding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38256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616648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66427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Retire Decades Early: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The FIRE Movement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54355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9517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FIRE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stands for </a:t>
            </a:r>
            <a:r>
              <a:rPr b="0" sz="1650" i="1" u="none">
                <a:solidFill>
                  <a:srgbClr val="CBD5E1"/>
                </a:solidFill>
                <a:latin typeface="Inter"/>
              </a:rPr>
              <a:t>Financial Independence, Retire Early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—a modern lifestyle movement focusing on extreme savings and aggressive investing.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34035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50%+ Savings Rate: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By living below your means and saving 50% to 70% of your income, you compress a traditional 40-year career into just 10 to 15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Lean vs. Fat FIRE: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Whether you prefer a minimalist lifestyle (Lean) or maintaining high-end comfort in early retirement (Fat), disciplined investing makes it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Beating Inflation Over Decades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If you retire at 60 and live until 90, inflation will quietly cut your purchasing power in half every 12 to 15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23419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Relying solely on fixed deposits or traditional savings accounts guarantees a severe drop in your standard of living during your golden years.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The Multi-Tiered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bulletproof retirement plan requires a balanced mix of equity mutual funds (for long-term capital growth) and debt instruments (for stable, stress-free cash flow).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35858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Start early, automate your monthly SIPs, and never touch your retirement corpus for short-term lifestyle upgrades!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Securing Tomorrow: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Retirement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It's not about how much money you make; it's about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how much money you keep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after taxes.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32446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Asset Location Matters: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Utilizing tax-advantaged investment vehicles and accounts legally minimizes your annual tax 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66529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LTCG vs. STTCG: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Understanding Long-Term Capital Gains (LTCG) tax benefits for holding equities over 1 year versus short-term 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00612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Smart Deductions: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Maximizing government-backed tax-saving instruments (like ELSS mutual funds or PPF) to build wealth while lowering tax outflows.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Legal Wealth Retention: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Tax Planning Basics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5149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85579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966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29!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completed Day 29 - Building Long-Term Wealth &amp; FIRE.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Tomorrow is our Grand Finale: Day 30 - The Ultimate Financial Freedom Masterclass Blueprint!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http://googleusercontent.com/image_collection/image_retrieval/893755222282963512_0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http://googleusercontent.com/image_collection/image_retrieval/9379083978040960852_0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http://googleusercontent.com/image_collection/image_retrieval/8747520529947320451_0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http://googleusercontent.com/image_collection/image_retrieval/2387685675360760010_0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https://lookaside.fbsbx.com/lookaside/crawler/media/?media_id=1500153565452538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https://lookaside.fbsbx.com/lookaside/crawler/media/?media_id=1704324221382077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https://lookaside.fbsbx.com/lookaside/crawler/media/?media_id=1534396708721551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https://images.stockcake.com/public/c/5/9/c59f88de-dc13-4c7a-8ad2-17c3e9b400bd_medium/ledger-by-lamplight-stockcake.jpg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