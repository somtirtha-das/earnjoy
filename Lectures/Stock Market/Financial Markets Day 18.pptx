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100" y="1783258"/>
            <a:ext cx="2209800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95400" y="2440483"/>
            <a:ext cx="9601200" cy="1508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Outfit"/>
              </a:rPr>
              <a:t>The Power of </a:t>
            </a:r>
            <a:r>
              <a:rPr b="1" sz="5400" i="0" u="none">
                <a:solidFill>
                  <a:srgbClr val="10B981"/>
                </a:solidFill>
                <a:latin typeface="Outfit"/>
              </a:rPr>
              <a:t>Dividend Investing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4139505"/>
            <a:ext cx="9144000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94A3B8"/>
                </a:solidFill>
                <a:latin typeface="Inter Medium"/>
              </a:rPr>
              <a:t>Getting paid while you sleep: Building reliable passive income streams through cash-flowing assets.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3025" y="1883271"/>
            <a:ext cx="1905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38475"/>
            <a:ext cx="5781675" cy="638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952625"/>
            <a:ext cx="5286375" cy="381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042517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Dividend Yield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is a financial ratio that tells you how much a company pays out in dividends each year relative to its stock price.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3215133"/>
            <a:ext cx="5286375" cy="3244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539579"/>
            <a:ext cx="49434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The Benchmark: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A healthy yield typically ranges between 2% to 6%.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38501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Warning Sign: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Extremely high yields (&gt; 10%) can be a "dividend trap" signaling financial distress or a plunging stock price.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3175" y="1971675"/>
            <a:ext cx="5248275" cy="3771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Measuring Cash Flow: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Dividend Yield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558629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457551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Sustainability Check:</a:t>
            </a:r>
            <a:r>
              <a:t>
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Dividend Payout Ratio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3131939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Not all profits are handed back to shareholders. The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Dividend Payout Ratio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reveals what percentage of a company's net income is distributed as dividends.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577953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Reinvestment vs Payout: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Mature utility or banking firms pay out 50-70%. Rapid growth tech companies pay 0%, plowing cash back into R&amp;D.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4325540"/>
            <a:ext cx="4051399" cy="2524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2" y="1714500"/>
            <a:ext cx="4286250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1548407"/>
            <a:ext cx="555069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59E0B"/>
                </a:solidFill>
                <a:latin typeface="Outfit"/>
              </a:rPr>
              <a:t>Financial Freedom Through Cash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024657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Dividend investing isn't just about quick capital gains; it's about building a machine that generates cash regardless of market direction.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862" y="1828800"/>
            <a:ext cx="4057650" cy="405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7025" y="3363515"/>
            <a:ext cx="4943475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Dividend Reinvestment (DRIP):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Automatically using your dividend payouts to purchase more shares, accelerating compound growth exponentially.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4932759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The Snowball Effect: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Over decades, dividend checks grow large enough to cover your living expenses entirely.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Ultimate Goal: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Passive Income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3382565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4951809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13496"/>
            <a:ext cx="11049000" cy="523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571500"/>
            <a:ext cx="11601450" cy="962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10B981"/>
                </a:solidFill>
                <a:latin typeface="Outfit"/>
              </a:rPr>
              <a:t>Great Job on Day 18!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724025"/>
            <a:ext cx="110490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b="0" sz="2400" i="0" u="none">
                <a:solidFill>
                  <a:srgbClr val="F8FAFC"/>
                </a:solidFill>
                <a:latin typeface="Inter"/>
              </a:rPr>
              <a:t>Tomorrow: Day 19 - Building a Balanced Long-Term Portfolio.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02085"/>
            <a:ext cx="11049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10B981"/>
                </a:solidFill>
                <a:latin typeface="Inter"/>
              </a:rPr>
              <a:t>Don't forget to Like, Share, and Subscribe!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0487" y="3508771"/>
            <a:ext cx="20859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 /YourFinanceProfessor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4162" y="3508771"/>
            <a:ext cx="19716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 @FinanceProf_Official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162" y="3527821"/>
            <a:ext cx="2190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462" y="3527821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487066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469927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4604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4604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44326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444326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35609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2629941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https://elements-resized.envatousercontent.com/elements-video-cover-images/28ec7edf-5e8e-474b-86a3-23185859826f/video_preview/video_preview_0002.jpg?w=500&amp;cf_fit=cover&amp;q=85&amp;format=auto&amp;s=a2a49e58f839b6c0d1243b8961de1c64085b813de4d5c5a8fec0975db6c2b176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307374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elements.envato.com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718470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3612802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https://static.vecteezy.com/system/resources/thumbnails/052/921/724/small/pie-chart-animation-animated-graph-on-dark-blue-background-suitable-for-business-infographics-financial-reports-market-profits-and-marketing-processes-free-video.jpg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405660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www.vecteezy.com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602212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4595663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https://img.magnific.com/free-photo/3d-rendering-money-tree_23-2151575336.jpg?semt=ais_test_b&amp;w=740&amp;q=80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484137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www.magnific.com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