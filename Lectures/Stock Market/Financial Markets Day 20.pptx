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12" y="2160389"/>
            <a:ext cx="22383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75422" y="2817614"/>
            <a:ext cx="9241155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The Art of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Portfolio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Synthesizing everything: Diversification, Asset Allocation, and Robust Risk Management.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37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Nobel laureate Harry Markowitz called diversification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"the only free lunch in finance."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32446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Spreading Risk: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Instead of betting your entire capital on one stock or sector, you spread investments across uncorrelated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66529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Lowering Volatility: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When tech stocks plunge, utilities or gold might rally, stabilizing your total portfolio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00612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Trap of Over-Diversification: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Owning 100 different stocks just dilutes your returns (known as "diworsification"). Aim for 15-20 solid, quality stocks across sectors.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Free Lunch: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Diversification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5149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85579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966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Foundation: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Asset Allocation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524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3033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Studies show that over 90% of a portfolio's long-term performance is determined by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Asset Allocation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—not individual stock picking.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69196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Balancing Classes: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Distributing your wealth across Equities (high growth), Debt/Bonds (stability &amp; cash flow), Gold (inflation hedge), and Real Estate.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Age-Based Rule: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classic guideline is to keep your equity exposure equal to (100 minus your age). Young investors can afford higher equity risks!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34107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Surviving the Worst-Case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10357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In investing, surviving to play another day is more important than chasing home-run profits.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291405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Position Sizing: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Never risk more than 1-2% of your total trading capital on a single speculative trade.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14813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Emergency Fund: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Keep 6 months of living expenses in cash or liquid funds before touching the stock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5382220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Rebalancing: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Periodically trim winners and buy losers to maintain your target asset allocation.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Shield: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Risk Management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933104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16718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40127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75521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192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Congratulations on Finishing the Course!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86050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successfully completed the 20-Day Stock Market Masterclass.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64110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Keep learning, stay disciplined, and invest wisely!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4470796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4470796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4489846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4489846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851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458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8280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https://lookaside.fbsbx.com/lookaside/crawler/media/?media_id=10232336918191959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https://lookaside.fbsbx.com/lookaside/crawler/media/?media_id=1352106133454356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04121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975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https://img.magnific.com/free-photo/3d-digital-glowing-cube-with-laser-light-beams-dark-futuristic-space_84443-91356.jpg?semt=ais_test_b&amp;w=740&amp;q=80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432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